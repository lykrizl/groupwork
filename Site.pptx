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73" r:id="rId12"/>
    <p:sldId id="266" r:id="rId13"/>
    <p:sldId id="267" r:id="rId14"/>
    <p:sldId id="268" r:id="rId15"/>
    <p:sldId id="269" r:id="rId16"/>
    <p:sldId id="270" r:id="rId17"/>
    <p:sldId id="272" r:id="rId18"/>
    <p:sldId id="274" r:id="rId19"/>
    <p:sldId id="283" r:id="rId20"/>
    <p:sldId id="275" r:id="rId21"/>
    <p:sldId id="276" r:id="rId22"/>
    <p:sldId id="277" r:id="rId23"/>
    <p:sldId id="278" r:id="rId24"/>
    <p:sldId id="279" r:id="rId25"/>
    <p:sldId id="281" r:id="rId26"/>
    <p:sldId id="282" r:id="rId2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D398A-5707-4BF2-9D3B-0D22D3E48459}" type="datetimeFigureOut">
              <a:rPr lang="ru-RU" smtClean="0"/>
              <a:t>09.06.2025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EA6815-39BF-4464-A29A-0D476E2847D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002424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D398A-5707-4BF2-9D3B-0D22D3E48459}" type="datetimeFigureOut">
              <a:rPr lang="ru-RU" smtClean="0"/>
              <a:t>09.06.2025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EA6815-39BF-4464-A29A-0D476E2847D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052767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D398A-5707-4BF2-9D3B-0D22D3E48459}" type="datetimeFigureOut">
              <a:rPr lang="ru-RU" smtClean="0"/>
              <a:t>09.06.2025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EA6815-39BF-4464-A29A-0D476E2847D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841673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D398A-5707-4BF2-9D3B-0D22D3E48459}" type="datetimeFigureOut">
              <a:rPr lang="ru-RU" smtClean="0"/>
              <a:t>09.06.2025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EA6815-39BF-4464-A29A-0D476E2847D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467899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D398A-5707-4BF2-9D3B-0D22D3E48459}" type="datetimeFigureOut">
              <a:rPr lang="ru-RU" smtClean="0"/>
              <a:t>09.06.2025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EA6815-39BF-4464-A29A-0D476E2847D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726107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D398A-5707-4BF2-9D3B-0D22D3E48459}" type="datetimeFigureOut">
              <a:rPr lang="ru-RU" smtClean="0"/>
              <a:t>09.06.2025</a:t>
            </a:fld>
            <a:endParaRPr lang="ru-RU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EA6815-39BF-4464-A29A-0D476E2847D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188146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D398A-5707-4BF2-9D3B-0D22D3E48459}" type="datetimeFigureOut">
              <a:rPr lang="ru-RU" smtClean="0"/>
              <a:t>09.06.2025</a:t>
            </a:fld>
            <a:endParaRPr lang="ru-RU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EA6815-39BF-4464-A29A-0D476E2847D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376398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D398A-5707-4BF2-9D3B-0D22D3E48459}" type="datetimeFigureOut">
              <a:rPr lang="ru-RU" smtClean="0"/>
              <a:t>09.06.2025</a:t>
            </a:fld>
            <a:endParaRPr lang="ru-RU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EA6815-39BF-4464-A29A-0D476E2847D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299038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D398A-5707-4BF2-9D3B-0D22D3E48459}" type="datetimeFigureOut">
              <a:rPr lang="ru-RU" smtClean="0"/>
              <a:t>09.06.2025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EA6815-39BF-4464-A29A-0D476E2847D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73150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я фотографи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D398A-5707-4BF2-9D3B-0D22D3E48459}" type="datetimeFigureOut">
              <a:rPr lang="ru-RU" smtClean="0"/>
              <a:t>09.06.2025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EA6815-39BF-4464-A29A-0D476E2847D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941747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D398A-5707-4BF2-9D3B-0D22D3E48459}" type="datetimeFigureOut">
              <a:rPr lang="ru-RU" smtClean="0"/>
              <a:t>09.06.2025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EA6815-39BF-4464-A29A-0D476E2847D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3131861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D398A-5707-4BF2-9D3B-0D22D3E48459}" type="datetimeFigureOut">
              <a:rPr lang="ru-RU" smtClean="0"/>
              <a:t>09.06.2025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EA6815-39BF-4464-A29A-0D476E2847D1}" type="slidenum">
              <a:rPr lang="ru-RU" smtClean="0"/>
              <a:t>‹#›</a:t>
            </a:fld>
            <a:endParaRPr lang="ru-RU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9343916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D398A-5707-4BF2-9D3B-0D22D3E48459}" type="datetimeFigureOut">
              <a:rPr lang="ru-RU" smtClean="0"/>
              <a:t>09.06.2025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EA6815-39BF-4464-A29A-0D476E2847D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1738110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ри колонк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D398A-5707-4BF2-9D3B-0D22D3E48459}" type="datetimeFigureOut">
              <a:rPr lang="ru-RU" smtClean="0"/>
              <a:t>09.06.2025</a:t>
            </a:fld>
            <a:endParaRPr lang="ru-RU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EA6815-39BF-4464-A29A-0D476E2847D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4939304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Столбец с тремя рисунка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D398A-5707-4BF2-9D3B-0D22D3E48459}" type="datetimeFigureOut">
              <a:rPr lang="ru-RU" smtClean="0"/>
              <a:t>09.06.2025</a:t>
            </a:fld>
            <a:endParaRPr lang="ru-RU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EA6815-39BF-4464-A29A-0D476E2847D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6734179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D398A-5707-4BF2-9D3B-0D22D3E48459}" type="datetimeFigureOut">
              <a:rPr lang="ru-RU" smtClean="0"/>
              <a:t>09.06.2025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EA6815-39BF-4464-A29A-0D476E2847D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240495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D398A-5707-4BF2-9D3B-0D22D3E48459}" type="datetimeFigureOut">
              <a:rPr lang="ru-RU" smtClean="0"/>
              <a:t>09.06.2025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EA6815-39BF-4464-A29A-0D476E2847D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924963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1D5D398A-5707-4BF2-9D3B-0D22D3E48459}" type="datetimeFigureOut">
              <a:rPr lang="ru-RU" smtClean="0"/>
              <a:t>09.06.2025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EA6815-39BF-4464-A29A-0D476E2847D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6095058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5DD5F22-9CF7-4637-AF37-F370092FBBA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b="1" dirty="0"/>
              <a:t>Создание сайта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46B2E1B5-2B1D-41D3-A8A0-4B416A39237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54955" y="4777381"/>
            <a:ext cx="8825658" cy="861420"/>
          </a:xfrm>
        </p:spPr>
        <p:txBody>
          <a:bodyPr/>
          <a:lstStyle/>
          <a:p>
            <a:r>
              <a:rPr lang="ru-RU" dirty="0"/>
              <a:t>Елисеев Павел, ФТТ-207</a:t>
            </a:r>
          </a:p>
        </p:txBody>
      </p:sp>
    </p:spTree>
    <p:extLst>
      <p:ext uri="{BB962C8B-B14F-4D97-AF65-F5344CB8AC3E}">
        <p14:creationId xmlns:p14="http://schemas.microsoft.com/office/powerpoint/2010/main" val="33299503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5D75F753-B7E5-4716-8C76-9389896994E5}"/>
              </a:ext>
            </a:extLst>
          </p:cNvPr>
          <p:cNvSpPr txBox="1"/>
          <p:nvPr/>
        </p:nvSpPr>
        <p:spPr>
          <a:xfrm>
            <a:off x="2323750" y="209725"/>
            <a:ext cx="765914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dirty="0">
                <a:latin typeface="Arial" panose="020B0604020202020204" pitchFamily="34" charset="0"/>
                <a:cs typeface="Arial" panose="020B0604020202020204" pitchFamily="34" charset="0"/>
              </a:rPr>
              <a:t>Страница с блочной структурой</a:t>
            </a: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53BDC01E-F0AF-4F84-9BE1-39D7DCE7C3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253" y="797129"/>
            <a:ext cx="11277600" cy="5448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02700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5D75F753-B7E5-4716-8C76-9389896994E5}"/>
              </a:ext>
            </a:extLst>
          </p:cNvPr>
          <p:cNvSpPr txBox="1"/>
          <p:nvPr/>
        </p:nvSpPr>
        <p:spPr>
          <a:xfrm>
            <a:off x="2323750" y="209725"/>
            <a:ext cx="765914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dirty="0">
                <a:latin typeface="Arial" panose="020B0604020202020204" pitchFamily="34" charset="0"/>
                <a:cs typeface="Arial" panose="020B0604020202020204" pitchFamily="34" charset="0"/>
              </a:rPr>
              <a:t>Страница с блочной структурой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F4C34672-B856-474C-AF94-2FBFF36F72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947" y="856056"/>
            <a:ext cx="11336322" cy="54036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70816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5D75F753-B7E5-4716-8C76-9389896994E5}"/>
              </a:ext>
            </a:extLst>
          </p:cNvPr>
          <p:cNvSpPr txBox="1"/>
          <p:nvPr/>
        </p:nvSpPr>
        <p:spPr>
          <a:xfrm>
            <a:off x="3214381" y="82185"/>
            <a:ext cx="576323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dirty="0">
                <a:latin typeface="Arial" panose="020B0604020202020204" pitchFamily="34" charset="0"/>
                <a:cs typeface="Arial" panose="020B0604020202020204" pitchFamily="34" charset="0"/>
              </a:rPr>
              <a:t>Добавление </a:t>
            </a:r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CSS</a:t>
            </a:r>
            <a:r>
              <a:rPr lang="ru-RU" sz="3600" dirty="0">
                <a:latin typeface="Arial" panose="020B0604020202020204" pitchFamily="34" charset="0"/>
                <a:cs typeface="Arial" panose="020B0604020202020204" pitchFamily="34" charset="0"/>
              </a:rPr>
              <a:t> для ПК</a:t>
            </a:r>
          </a:p>
          <a:p>
            <a:endParaRPr lang="en-US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9FF57DDB-D1D6-4CA8-9A3F-A069FC9E07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730" y="782361"/>
            <a:ext cx="5467350" cy="5695950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D3B1A335-C409-4F78-9AB7-0122697F1F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7179" y="782361"/>
            <a:ext cx="3741568" cy="5505450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237D6F05-7383-4714-96F4-D136B4F48F8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70846" y="2864841"/>
            <a:ext cx="2191252" cy="1900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93825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5D75F753-B7E5-4716-8C76-9389896994E5}"/>
              </a:ext>
            </a:extLst>
          </p:cNvPr>
          <p:cNvSpPr txBox="1"/>
          <p:nvPr/>
        </p:nvSpPr>
        <p:spPr>
          <a:xfrm>
            <a:off x="3202497" y="216409"/>
            <a:ext cx="532071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CSS</a:t>
            </a:r>
            <a:r>
              <a:rPr lang="ru-RU" sz="3600" dirty="0">
                <a:latin typeface="Arial" panose="020B0604020202020204" pitchFamily="34" charset="0"/>
                <a:cs typeface="Arial" panose="020B0604020202020204" pitchFamily="34" charset="0"/>
              </a:rPr>
              <a:t> для портативных устройств и печати </a:t>
            </a:r>
          </a:p>
          <a:p>
            <a:endParaRPr lang="en-US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4F7C53E3-6359-41E9-B064-9825BDDD64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5548" y="2143037"/>
            <a:ext cx="1838325" cy="327660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54C9F6E2-EA63-40CC-AEDC-0D8DA00CF241}"/>
              </a:ext>
            </a:extLst>
          </p:cNvPr>
          <p:cNvSpPr txBox="1"/>
          <p:nvPr/>
        </p:nvSpPr>
        <p:spPr>
          <a:xfrm>
            <a:off x="480269" y="1706604"/>
            <a:ext cx="290888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800" dirty="0">
                <a:latin typeface="Arial" panose="020B0604020202020204" pitchFamily="34" charset="0"/>
                <a:cs typeface="Arial" panose="020B0604020202020204" pitchFamily="34" charset="0"/>
              </a:rPr>
              <a:t>Портативные устройства</a:t>
            </a:r>
            <a:endParaRPr lang="ru-RU" dirty="0"/>
          </a:p>
        </p:txBody>
      </p:sp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CDB687C1-6CAC-4C8E-9DCD-5C44BD117A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1859" y="2181137"/>
            <a:ext cx="2771775" cy="323850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B955324D-A8E3-4C1E-96E9-A2404DB1FF87}"/>
              </a:ext>
            </a:extLst>
          </p:cNvPr>
          <p:cNvSpPr txBox="1"/>
          <p:nvPr/>
        </p:nvSpPr>
        <p:spPr>
          <a:xfrm>
            <a:off x="7384932" y="1781091"/>
            <a:ext cx="146562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800" dirty="0">
                <a:latin typeface="Arial" panose="020B0604020202020204" pitchFamily="34" charset="0"/>
                <a:cs typeface="Arial" panose="020B0604020202020204" pitchFamily="34" charset="0"/>
              </a:rPr>
              <a:t>Для печати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761632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5D75F753-B7E5-4716-8C76-9389896994E5}"/>
              </a:ext>
            </a:extLst>
          </p:cNvPr>
          <p:cNvSpPr txBox="1"/>
          <p:nvPr/>
        </p:nvSpPr>
        <p:spPr>
          <a:xfrm>
            <a:off x="4049785" y="132519"/>
            <a:ext cx="532071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dirty="0">
                <a:latin typeface="Arial" panose="020B0604020202020204" pitchFamily="34" charset="0"/>
                <a:cs typeface="Arial" panose="020B0604020202020204" pitchFamily="34" charset="0"/>
              </a:rPr>
              <a:t>Вид сайта на ПК</a:t>
            </a:r>
          </a:p>
          <a:p>
            <a:endParaRPr lang="en-US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FB089045-55AF-4C98-946A-8C5E0EAEA4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6528" y="910252"/>
            <a:ext cx="10558944" cy="5037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25629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5D75F753-B7E5-4716-8C76-9389896994E5}"/>
              </a:ext>
            </a:extLst>
          </p:cNvPr>
          <p:cNvSpPr txBox="1"/>
          <p:nvPr/>
        </p:nvSpPr>
        <p:spPr>
          <a:xfrm>
            <a:off x="4418900" y="167824"/>
            <a:ext cx="532071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dirty="0">
                <a:latin typeface="Arial" panose="020B0604020202020204" pitchFamily="34" charset="0"/>
                <a:cs typeface="Arial" panose="020B0604020202020204" pitchFamily="34" charset="0"/>
              </a:rPr>
              <a:t>Вид сайта на ПК</a:t>
            </a:r>
          </a:p>
          <a:p>
            <a:endParaRPr lang="en-US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050188AC-3768-400E-ADA0-D951C1176C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6253" y="935769"/>
            <a:ext cx="10139494" cy="51542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89305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5D75F753-B7E5-4716-8C76-9389896994E5}"/>
              </a:ext>
            </a:extLst>
          </p:cNvPr>
          <p:cNvSpPr txBox="1"/>
          <p:nvPr/>
        </p:nvSpPr>
        <p:spPr>
          <a:xfrm>
            <a:off x="1851869" y="167824"/>
            <a:ext cx="860081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dirty="0">
                <a:latin typeface="Arial" panose="020B0604020202020204" pitchFamily="34" charset="0"/>
                <a:cs typeface="Arial" panose="020B0604020202020204" pitchFamily="34" charset="0"/>
              </a:rPr>
              <a:t>Вид сайта на мобильном устройстве</a:t>
            </a:r>
          </a:p>
          <a:p>
            <a:endParaRPr lang="en-US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42BD5433-279C-43ED-9631-9934D4D79F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8411" y="843094"/>
            <a:ext cx="4467398" cy="56751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14534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5D75F753-B7E5-4716-8C76-9389896994E5}"/>
              </a:ext>
            </a:extLst>
          </p:cNvPr>
          <p:cNvSpPr txBox="1"/>
          <p:nvPr/>
        </p:nvSpPr>
        <p:spPr>
          <a:xfrm>
            <a:off x="3498558" y="151046"/>
            <a:ext cx="519488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dirty="0">
                <a:latin typeface="Arial" panose="020B0604020202020204" pitchFamily="34" charset="0"/>
                <a:cs typeface="Arial" panose="020B0604020202020204" pitchFamily="34" charset="0"/>
              </a:rPr>
              <a:t>Вид сайта при печати</a:t>
            </a:r>
          </a:p>
          <a:p>
            <a:endParaRPr lang="en-US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85782C5D-98AD-47A3-982E-DC10E0DA3B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8036" y="781050"/>
            <a:ext cx="5495925" cy="5295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6911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5D75F753-B7E5-4716-8C76-9389896994E5}"/>
              </a:ext>
            </a:extLst>
          </p:cNvPr>
          <p:cNvSpPr txBox="1"/>
          <p:nvPr/>
        </p:nvSpPr>
        <p:spPr>
          <a:xfrm>
            <a:off x="1921253" y="100712"/>
            <a:ext cx="834949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dirty="0">
                <a:latin typeface="Arial" panose="020B0604020202020204" pitchFamily="34" charset="0"/>
                <a:cs typeface="Arial" panose="020B0604020202020204" pitchFamily="34" charset="0"/>
              </a:rPr>
              <a:t>Модифицирование сайта с помощью </a:t>
            </a:r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							JS</a:t>
            </a:r>
            <a:r>
              <a:rPr lang="ru-RU" sz="3600" dirty="0">
                <a:latin typeface="Arial" panose="020B0604020202020204" pitchFamily="34" charset="0"/>
                <a:cs typeface="Arial" panose="020B0604020202020204" pitchFamily="34" charset="0"/>
              </a:rPr>
              <a:t> и </a:t>
            </a:r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AJAX</a:t>
            </a:r>
            <a:endParaRPr lang="ru-RU" sz="3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F6B4472D-8005-4534-9657-742BF608D8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6396" y="1291030"/>
            <a:ext cx="8134350" cy="4762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32865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5D75F753-B7E5-4716-8C76-9389896994E5}"/>
              </a:ext>
            </a:extLst>
          </p:cNvPr>
          <p:cNvSpPr txBox="1"/>
          <p:nvPr/>
        </p:nvSpPr>
        <p:spPr>
          <a:xfrm>
            <a:off x="1921253" y="100712"/>
            <a:ext cx="834949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dirty="0">
                <a:latin typeface="Arial" panose="020B0604020202020204" pitchFamily="34" charset="0"/>
                <a:cs typeface="Arial" panose="020B0604020202020204" pitchFamily="34" charset="0"/>
              </a:rPr>
              <a:t>Модифицирование сайта с помощью </a:t>
            </a:r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							JS</a:t>
            </a:r>
            <a:r>
              <a:rPr lang="ru-RU" sz="3600" dirty="0">
                <a:latin typeface="Arial" panose="020B0604020202020204" pitchFamily="34" charset="0"/>
                <a:cs typeface="Arial" panose="020B0604020202020204" pitchFamily="34" charset="0"/>
              </a:rPr>
              <a:t> и </a:t>
            </a:r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AJAX</a:t>
            </a:r>
            <a:endParaRPr lang="ru-RU" sz="3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921C4310-F56F-424D-AD2D-913352609F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3247" y="1532198"/>
            <a:ext cx="11179730" cy="1461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17192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5D75F753-B7E5-4716-8C76-9389896994E5}"/>
              </a:ext>
            </a:extLst>
          </p:cNvPr>
          <p:cNvSpPr txBox="1"/>
          <p:nvPr/>
        </p:nvSpPr>
        <p:spPr>
          <a:xfrm>
            <a:off x="1921253" y="100712"/>
            <a:ext cx="834949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dirty="0">
                <a:latin typeface="Arial" panose="020B0604020202020204" pitchFamily="34" charset="0"/>
                <a:cs typeface="Arial" panose="020B0604020202020204" pitchFamily="34" charset="0"/>
              </a:rPr>
              <a:t>Модифицирование сайта с помощью </a:t>
            </a:r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							JS</a:t>
            </a:r>
            <a:r>
              <a:rPr lang="ru-RU" sz="3600" dirty="0">
                <a:latin typeface="Arial" panose="020B0604020202020204" pitchFamily="34" charset="0"/>
                <a:cs typeface="Arial" panose="020B0604020202020204" pitchFamily="34" charset="0"/>
              </a:rPr>
              <a:t> и </a:t>
            </a:r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AJAX</a:t>
            </a:r>
            <a:endParaRPr lang="ru-RU" sz="3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F4895B90-64CA-473C-9F01-6D7A191EA1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246" y="1597806"/>
            <a:ext cx="4518870" cy="4414426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4FBBCB36-94B7-4E24-907E-5CD5CFE3EB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11690" y="2564008"/>
            <a:ext cx="6012112" cy="34482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53697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5D75F753-B7E5-4716-8C76-9389896994E5}"/>
              </a:ext>
            </a:extLst>
          </p:cNvPr>
          <p:cNvSpPr txBox="1"/>
          <p:nvPr/>
        </p:nvSpPr>
        <p:spPr>
          <a:xfrm>
            <a:off x="1921253" y="100712"/>
            <a:ext cx="834949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dirty="0">
                <a:latin typeface="Arial" panose="020B0604020202020204" pitchFamily="34" charset="0"/>
                <a:cs typeface="Arial" panose="020B0604020202020204" pitchFamily="34" charset="0"/>
              </a:rPr>
              <a:t>Модифицирование сайта с помощью </a:t>
            </a:r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							JS</a:t>
            </a:r>
            <a:r>
              <a:rPr lang="ru-RU" sz="3600" dirty="0">
                <a:latin typeface="Arial" panose="020B0604020202020204" pitchFamily="34" charset="0"/>
                <a:cs typeface="Arial" panose="020B0604020202020204" pitchFamily="34" charset="0"/>
              </a:rPr>
              <a:t> и </a:t>
            </a:r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AJAX</a:t>
            </a:r>
            <a:endParaRPr lang="ru-RU" sz="3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5683EF5F-DE3F-47FA-8EE2-4F92292B37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521" y="1704221"/>
            <a:ext cx="4837654" cy="4171012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92FE8852-7E83-4483-B818-DA4D2ABCEF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21878" y="1704221"/>
            <a:ext cx="4000500" cy="1638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350912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5D75F753-B7E5-4716-8C76-9389896994E5}"/>
              </a:ext>
            </a:extLst>
          </p:cNvPr>
          <p:cNvSpPr txBox="1"/>
          <p:nvPr/>
        </p:nvSpPr>
        <p:spPr>
          <a:xfrm>
            <a:off x="3843643" y="125878"/>
            <a:ext cx="450471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dirty="0">
                <a:latin typeface="Arial" panose="020B0604020202020204" pitchFamily="34" charset="0"/>
                <a:cs typeface="Arial" panose="020B0604020202020204" pitchFamily="34" charset="0"/>
              </a:rPr>
              <a:t>Добавление к С</a:t>
            </a:r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SS</a:t>
            </a:r>
            <a:endParaRPr lang="ru-RU" sz="3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A9CA2BFE-B099-45CC-A001-C2FDB39F3F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0902" y="1004799"/>
            <a:ext cx="3438525" cy="5553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43592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5D75F753-B7E5-4716-8C76-9389896994E5}"/>
              </a:ext>
            </a:extLst>
          </p:cNvPr>
          <p:cNvSpPr txBox="1"/>
          <p:nvPr/>
        </p:nvSpPr>
        <p:spPr>
          <a:xfrm>
            <a:off x="2920110" y="92322"/>
            <a:ext cx="610010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dirty="0">
                <a:latin typeface="Arial" panose="020B0604020202020204" pitchFamily="34" charset="0"/>
                <a:cs typeface="Arial" panose="020B0604020202020204" pitchFamily="34" charset="0"/>
              </a:rPr>
              <a:t>Функционирование сайта</a:t>
            </a:r>
          </a:p>
          <a:p>
            <a:endParaRPr lang="en-US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EEA6C4EE-8AE8-4DB8-856C-AC4B7B7C32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194" y="722019"/>
            <a:ext cx="10659612" cy="54139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255217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5D75F753-B7E5-4716-8C76-9389896994E5}"/>
              </a:ext>
            </a:extLst>
          </p:cNvPr>
          <p:cNvSpPr txBox="1"/>
          <p:nvPr/>
        </p:nvSpPr>
        <p:spPr>
          <a:xfrm>
            <a:off x="2920110" y="92322"/>
            <a:ext cx="610010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dirty="0">
                <a:latin typeface="Arial" panose="020B0604020202020204" pitchFamily="34" charset="0"/>
                <a:cs typeface="Arial" panose="020B0604020202020204" pitchFamily="34" charset="0"/>
              </a:rPr>
              <a:t>Функционирование сайта</a:t>
            </a:r>
          </a:p>
          <a:p>
            <a:endParaRPr lang="en-US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75FF2304-A466-4B3B-B2C4-2A94DF32B6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687" y="692486"/>
            <a:ext cx="7203346" cy="3639546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EF71023B-16CC-4AC6-B2FE-1F56475BE9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2006" y="4536103"/>
            <a:ext cx="8142918" cy="21032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81097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5D75F753-B7E5-4716-8C76-9389896994E5}"/>
              </a:ext>
            </a:extLst>
          </p:cNvPr>
          <p:cNvSpPr txBox="1"/>
          <p:nvPr/>
        </p:nvSpPr>
        <p:spPr>
          <a:xfrm>
            <a:off x="2001146" y="0"/>
            <a:ext cx="8189707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dirty="0">
                <a:latin typeface="Arial" panose="020B0604020202020204" pitchFamily="34" charset="0"/>
                <a:cs typeface="Arial" panose="020B0604020202020204" pitchFamily="34" charset="0"/>
              </a:rPr>
              <a:t>Модифицирование сайта с помощью </a:t>
            </a:r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								PHP</a:t>
            </a:r>
            <a:endParaRPr lang="ru-RU" sz="3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1C66BD60-8BF5-47F2-B5A7-CAD846B78C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2814" y="1957403"/>
            <a:ext cx="9166370" cy="39498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450779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5D75F753-B7E5-4716-8C76-9389896994E5}"/>
              </a:ext>
            </a:extLst>
          </p:cNvPr>
          <p:cNvSpPr txBox="1"/>
          <p:nvPr/>
        </p:nvSpPr>
        <p:spPr>
          <a:xfrm>
            <a:off x="2001146" y="0"/>
            <a:ext cx="8189707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dirty="0">
                <a:latin typeface="Arial" panose="020B0604020202020204" pitchFamily="34" charset="0"/>
                <a:cs typeface="Arial" panose="020B0604020202020204" pitchFamily="34" charset="0"/>
              </a:rPr>
              <a:t>Модифицирование сайта с помощью </a:t>
            </a:r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								PHP</a:t>
            </a:r>
            <a:endParaRPr lang="ru-RU" sz="3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EBD0CCAF-C1EF-4D5A-B96A-592C4F62A7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3919" y="1727442"/>
            <a:ext cx="8135832" cy="4225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147208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5D75F753-B7E5-4716-8C76-9389896994E5}"/>
              </a:ext>
            </a:extLst>
          </p:cNvPr>
          <p:cNvSpPr txBox="1"/>
          <p:nvPr/>
        </p:nvSpPr>
        <p:spPr>
          <a:xfrm>
            <a:off x="2001146" y="0"/>
            <a:ext cx="8189707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dirty="0">
                <a:latin typeface="Arial" panose="020B0604020202020204" pitchFamily="34" charset="0"/>
                <a:cs typeface="Arial" panose="020B0604020202020204" pitchFamily="34" charset="0"/>
              </a:rPr>
              <a:t>Модифицирование сайта с помощью </a:t>
            </a:r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								PHP</a:t>
            </a:r>
            <a:endParaRPr lang="ru-RU" sz="3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85A0114B-CA46-49D0-96FC-488C5FB833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8725" y="1421933"/>
            <a:ext cx="8774548" cy="47523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065319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5D75F753-B7E5-4716-8C76-9389896994E5}"/>
              </a:ext>
            </a:extLst>
          </p:cNvPr>
          <p:cNvSpPr txBox="1"/>
          <p:nvPr/>
        </p:nvSpPr>
        <p:spPr>
          <a:xfrm>
            <a:off x="3950701" y="83890"/>
            <a:ext cx="429059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dirty="0">
                <a:latin typeface="Arial" panose="020B0604020202020204" pitchFamily="34" charset="0"/>
                <a:cs typeface="Arial" panose="020B0604020202020204" pitchFamily="34" charset="0"/>
              </a:rPr>
              <a:t>Добавление в </a:t>
            </a:r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CSS</a:t>
            </a:r>
            <a:endParaRPr lang="ru-RU" sz="3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8EB4089F-8D7E-490C-9483-5920724E08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3986" y="1081087"/>
            <a:ext cx="3114675" cy="4695825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930C3B69-F270-4F21-8E96-DA32BBF0D8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6811" y="1081087"/>
            <a:ext cx="2400300" cy="3886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211231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5D75F753-B7E5-4716-8C76-9389896994E5}"/>
              </a:ext>
            </a:extLst>
          </p:cNvPr>
          <p:cNvSpPr txBox="1"/>
          <p:nvPr/>
        </p:nvSpPr>
        <p:spPr>
          <a:xfrm>
            <a:off x="3134429" y="151002"/>
            <a:ext cx="592314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dirty="0">
                <a:latin typeface="Arial" panose="020B0604020202020204" pitchFamily="34" charset="0"/>
                <a:cs typeface="Arial" panose="020B0604020202020204" pitchFamily="34" charset="0"/>
              </a:rPr>
              <a:t>Функционирование сайта</a:t>
            </a:r>
          </a:p>
          <a:p>
            <a:endParaRPr lang="en-US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1AC65A37-A9E5-40F2-B47F-3C56BB1003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7255" y="910386"/>
            <a:ext cx="9384484" cy="4215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947210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5D75F753-B7E5-4716-8C76-9389896994E5}"/>
              </a:ext>
            </a:extLst>
          </p:cNvPr>
          <p:cNvSpPr txBox="1"/>
          <p:nvPr/>
        </p:nvSpPr>
        <p:spPr>
          <a:xfrm>
            <a:off x="3134429" y="151002"/>
            <a:ext cx="592314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dirty="0">
                <a:latin typeface="Arial" panose="020B0604020202020204" pitchFamily="34" charset="0"/>
                <a:cs typeface="Arial" panose="020B0604020202020204" pitchFamily="34" charset="0"/>
              </a:rPr>
              <a:t>Функционирование сайта</a:t>
            </a:r>
          </a:p>
          <a:p>
            <a:endParaRPr lang="en-US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A0F1C09A-08C1-488A-8B2D-C4912E713E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05186" y="890063"/>
            <a:ext cx="5381625" cy="5648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469035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5D75F753-B7E5-4716-8C76-9389896994E5}"/>
              </a:ext>
            </a:extLst>
          </p:cNvPr>
          <p:cNvSpPr txBox="1"/>
          <p:nvPr/>
        </p:nvSpPr>
        <p:spPr>
          <a:xfrm>
            <a:off x="3134429" y="151002"/>
            <a:ext cx="592314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dirty="0">
                <a:latin typeface="Arial" panose="020B0604020202020204" pitchFamily="34" charset="0"/>
                <a:cs typeface="Arial" panose="020B0604020202020204" pitchFamily="34" charset="0"/>
              </a:rPr>
              <a:t>Функционирование сайта</a:t>
            </a:r>
          </a:p>
          <a:p>
            <a:endParaRPr lang="en-US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F6A4DD5A-5BEB-4617-B492-D6C7A42A88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19474" y="751166"/>
            <a:ext cx="5353050" cy="5924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133546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5D75F753-B7E5-4716-8C76-9389896994E5}"/>
              </a:ext>
            </a:extLst>
          </p:cNvPr>
          <p:cNvSpPr txBox="1"/>
          <p:nvPr/>
        </p:nvSpPr>
        <p:spPr>
          <a:xfrm>
            <a:off x="3134429" y="151002"/>
            <a:ext cx="592314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dirty="0">
                <a:latin typeface="Arial" panose="020B0604020202020204" pitchFamily="34" charset="0"/>
                <a:cs typeface="Arial" panose="020B0604020202020204" pitchFamily="34" charset="0"/>
              </a:rPr>
              <a:t>Функционирование сайта</a:t>
            </a:r>
          </a:p>
          <a:p>
            <a:endParaRPr lang="en-US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F79D4271-B46F-4913-AD85-7D95A79768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3491" y="1766343"/>
            <a:ext cx="5934075" cy="2590800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DB007AD4-6115-4906-AD3E-E14BF4166C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33192" y="4772156"/>
            <a:ext cx="3114675" cy="1743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457433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5D75F753-B7E5-4716-8C76-9389896994E5}"/>
              </a:ext>
            </a:extLst>
          </p:cNvPr>
          <p:cNvSpPr txBox="1"/>
          <p:nvPr/>
        </p:nvSpPr>
        <p:spPr>
          <a:xfrm>
            <a:off x="3134429" y="151002"/>
            <a:ext cx="592314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dirty="0">
                <a:latin typeface="Arial" panose="020B0604020202020204" pitchFamily="34" charset="0"/>
                <a:cs typeface="Arial" panose="020B0604020202020204" pitchFamily="34" charset="0"/>
              </a:rPr>
              <a:t>Функционирование сайта</a:t>
            </a:r>
          </a:p>
          <a:p>
            <a:endParaRPr lang="en-US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2948667B-10EC-41F2-9310-8174336CED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3558" y="918599"/>
            <a:ext cx="5424882" cy="5641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927225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5D75F753-B7E5-4716-8C76-9389896994E5}"/>
              </a:ext>
            </a:extLst>
          </p:cNvPr>
          <p:cNvSpPr txBox="1"/>
          <p:nvPr/>
        </p:nvSpPr>
        <p:spPr>
          <a:xfrm>
            <a:off x="3780381" y="2936146"/>
            <a:ext cx="592314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dirty="0">
                <a:latin typeface="Arial" panose="020B0604020202020204" pitchFamily="34" charset="0"/>
                <a:cs typeface="Arial" panose="020B0604020202020204" pitchFamily="34" charset="0"/>
              </a:rPr>
              <a:t>Спасибо за внимание</a:t>
            </a:r>
          </a:p>
          <a:p>
            <a:endParaRPr lang="en-US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400034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Ион">
  <a:themeElements>
    <a:clrScheme name="Ион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Ион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Ион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284</TotalTime>
  <Words>164</Words>
  <Application>Microsoft Office PowerPoint</Application>
  <PresentationFormat>Широкоэкранный</PresentationFormat>
  <Paragraphs>29</Paragraphs>
  <Slides>26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26</vt:i4>
      </vt:variant>
    </vt:vector>
  </HeadingPairs>
  <TitlesOfParts>
    <vt:vector size="30" baseType="lpstr">
      <vt:lpstr>Arial</vt:lpstr>
      <vt:lpstr>Century Gothic</vt:lpstr>
      <vt:lpstr>Wingdings 3</vt:lpstr>
      <vt:lpstr>Ион</vt:lpstr>
      <vt:lpstr>Создание сайта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Создание сайта</dc:title>
  <dc:creator>Павел Елисеев</dc:creator>
  <cp:lastModifiedBy>Павел Елисеев</cp:lastModifiedBy>
  <cp:revision>14</cp:revision>
  <dcterms:created xsi:type="dcterms:W3CDTF">2025-06-08T12:20:19Z</dcterms:created>
  <dcterms:modified xsi:type="dcterms:W3CDTF">2025-06-09T12:50:30Z</dcterms:modified>
</cp:coreProperties>
</file>